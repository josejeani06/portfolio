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Boldin?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What really drew me to Boldin is that the way your team builds products is very similar to how I love working.</a:t>
            </a:r>
          </a:p>
          <a:p/>
          <a:p>
            <a:r>
              <a:t>• End-to-end product design</a:t>
            </a:r>
          </a:p>
          <a:p>
            <a:r>
              <a:t>• Close collaboration with product &amp; engineering</a:t>
            </a:r>
          </a:p>
          <a:p>
            <a:r>
              <a:t>• AI throughout the workflow</a:t>
            </a:r>
          </a:p>
          <a:p>
            <a:r>
              <a:t>• Rapid prototyping</a:t>
            </a:r>
          </a:p>
          <a:p>
            <a:r>
              <a:t>• Design systems</a:t>
            </a:r>
          </a:p>
          <a:p/>
          <a:p>
            <a:r>
              <a:t>It reflects how I've been working in my previous role.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AI-First Product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My previous team was genuinely excited about transforming our product development process with AI.</a:t>
            </a:r>
          </a:p>
          <a:p/>
          <a:p>
            <a:r>
              <a:t>We used Claude to:</a:t>
            </a:r>
          </a:p>
          <a:p>
            <a:r>
              <a:t>• Challenge ideas</a:t>
            </a:r>
          </a:p>
          <a:p>
            <a:r>
              <a:t>• Explore edge cases</a:t>
            </a:r>
          </a:p>
          <a:p>
            <a:r>
              <a:t>• Validate solutions</a:t>
            </a:r>
          </a:p>
          <a:p>
            <a:r>
              <a:t>• Improve collaboration between design and engineering</a:t>
            </a:r>
          </a:p>
          <a:p/>
          <a:p>
            <a:r>
              <a:t>Unfortunately, our team was laid off before we could fully realize that 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Continuing 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That experience motivated me to keep learning.</a:t>
            </a:r>
          </a:p>
          <a:p/>
          <a:p>
            <a:r>
              <a:t>Since then I've built personal projects using:</a:t>
            </a:r>
          </a:p>
          <a:p>
            <a:r>
              <a:t>• Claude</a:t>
            </a:r>
          </a:p>
          <a:p>
            <a:r>
              <a:t>• Claude Code</a:t>
            </a:r>
          </a:p>
          <a:p>
            <a:r>
              <a:t>• Codex</a:t>
            </a:r>
          </a:p>
          <a:p/>
          <a:p>
            <a:r>
              <a:t>Including a tool that transforms Figma components into reusable React &amp; TypeScript component libraries.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4980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I'm Excited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While I have six years of experience instead of seven, I believe my experience aligns closely with what you're looking for.</a:t>
            </a:r>
          </a:p>
          <a:p/>
          <a:p>
            <a:r>
              <a:t>I'm excited to contribute to a team pushing modern product development forward while creating meaningful products and a better future for my family.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